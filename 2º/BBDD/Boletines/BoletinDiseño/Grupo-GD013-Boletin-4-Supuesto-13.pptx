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2" r:id="rId6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>
        <p:scale>
          <a:sx n="66" d="100"/>
          <a:sy n="66" d="100"/>
        </p:scale>
        <p:origin x="2256" y="13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BBB75F-91B7-4C43-A71B-4A717104F387}" type="datetimeFigureOut">
              <a:rPr lang="es-ES" smtClean="0"/>
              <a:t>23/04/2026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AB4086-EF32-42C6-AA42-9BB06ECF909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894466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846F8-938C-4C08-ABCC-C82E3A21EBC5}" type="datetimeFigureOut">
              <a:rPr lang="es-ES" smtClean="0"/>
              <a:t>23/04/2026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96CE2-3BA5-4F41-8773-9370BEC1438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380305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846F8-938C-4C08-ABCC-C82E3A21EBC5}" type="datetimeFigureOut">
              <a:rPr lang="es-ES" smtClean="0"/>
              <a:t>23/04/2026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96CE2-3BA5-4F41-8773-9370BEC1438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75560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846F8-938C-4C08-ABCC-C82E3A21EBC5}" type="datetimeFigureOut">
              <a:rPr lang="es-ES" smtClean="0"/>
              <a:t>23/04/2026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96CE2-3BA5-4F41-8773-9370BEC1438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912448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846F8-938C-4C08-ABCC-C82E3A21EBC5}" type="datetimeFigureOut">
              <a:rPr lang="es-ES" smtClean="0"/>
              <a:t>23/04/2026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96CE2-3BA5-4F41-8773-9370BEC1438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708859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846F8-938C-4C08-ABCC-C82E3A21EBC5}" type="datetimeFigureOut">
              <a:rPr lang="es-ES" smtClean="0"/>
              <a:t>23/04/2026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96CE2-3BA5-4F41-8773-9370BEC1438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319210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846F8-938C-4C08-ABCC-C82E3A21EBC5}" type="datetimeFigureOut">
              <a:rPr lang="es-ES" smtClean="0"/>
              <a:t>23/04/2026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96CE2-3BA5-4F41-8773-9370BEC1438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49396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846F8-938C-4C08-ABCC-C82E3A21EBC5}" type="datetimeFigureOut">
              <a:rPr lang="es-ES" smtClean="0"/>
              <a:t>23/04/2026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96CE2-3BA5-4F41-8773-9370BEC1438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525682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846F8-938C-4C08-ABCC-C82E3A21EBC5}" type="datetimeFigureOut">
              <a:rPr lang="es-ES" smtClean="0"/>
              <a:t>23/04/2026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96CE2-3BA5-4F41-8773-9370BEC1438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499730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846F8-938C-4C08-ABCC-C82E3A21EBC5}" type="datetimeFigureOut">
              <a:rPr lang="es-ES" smtClean="0"/>
              <a:t>23/04/2026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96CE2-3BA5-4F41-8773-9370BEC1438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002645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846F8-938C-4C08-ABCC-C82E3A21EBC5}" type="datetimeFigureOut">
              <a:rPr lang="es-ES" smtClean="0"/>
              <a:t>23/04/2026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96CE2-3BA5-4F41-8773-9370BEC1438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364501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846F8-938C-4C08-ABCC-C82E3A21EBC5}" type="datetimeFigureOut">
              <a:rPr lang="es-ES" smtClean="0"/>
              <a:t>23/04/2026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96CE2-3BA5-4F41-8773-9370BEC1438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510222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846F8-938C-4C08-ABCC-C82E3A21EBC5}" type="datetimeFigureOut">
              <a:rPr lang="es-ES" smtClean="0"/>
              <a:t>23/04/2026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596CE2-3BA5-4F41-8773-9370BEC1438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934452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115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370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056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0215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227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0</Words>
  <Application>Microsoft Office PowerPoint</Application>
  <PresentationFormat>Panorámica</PresentationFormat>
  <Paragraphs>0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pc</dc:creator>
  <cp:lastModifiedBy>pc</cp:lastModifiedBy>
  <cp:revision>4</cp:revision>
  <dcterms:created xsi:type="dcterms:W3CDTF">2026-04-23T00:17:33Z</dcterms:created>
  <dcterms:modified xsi:type="dcterms:W3CDTF">2026-04-23T00:28:40Z</dcterms:modified>
  <cp:contentStatus>Final</cp:contentStatu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MarkAsFinal">
    <vt:bool>true</vt:bool>
  </property>
</Properties>
</file>